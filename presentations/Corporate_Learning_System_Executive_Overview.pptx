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Corporate Learning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CEBFA"/>
                </a:solidFill>
              </a:defRPr>
            </a:pPr>
            <a:r>
              <a:t>Executive Overview | Progress, Risk, Intervention, and Compliance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Prepared by: Abnish Kumar, Chandrakanta Shahu, Alok Bhagat, Durgesh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A single operating view for learning compliance and intervention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486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0A1F44"/>
                </a:solidFill>
              </a:defRPr>
            </a:pPr>
            <a:r>
              <a:t>Centralizes employee learning progress, risk signals, interventions, and compliance reporting.</a:t>
            </a:r>
          </a:p>
          <a:p>
            <a:pPr>
              <a:spcAft>
                <a:spcPts val="900"/>
              </a:spcAft>
              <a:defRPr sz="1900">
                <a:solidFill>
                  <a:srgbClr val="0A1F44"/>
                </a:solidFill>
              </a:defRPr>
            </a:pPr>
            <a:r>
              <a:t>Gives leadership a fast view of workforce readiness and training compliance posture.</a:t>
            </a:r>
          </a:p>
          <a:p>
            <a:pPr>
              <a:spcAft>
                <a:spcPts val="900"/>
              </a:spcAft>
              <a:defRPr sz="1900">
                <a:solidFill>
                  <a:srgbClr val="0A1F44"/>
                </a:solidFill>
              </a:defRPr>
            </a:pPr>
            <a:r>
              <a:t>Supports proactive action through configurable risk rules and targeted interventions.</a:t>
            </a:r>
          </a:p>
          <a:p>
            <a:pPr>
              <a:spcAft>
                <a:spcPts val="900"/>
              </a:spcAft>
              <a:defRPr sz="1900">
                <a:solidFill>
                  <a:srgbClr val="0A1F44"/>
                </a:solidFill>
              </a:defRPr>
            </a:pPr>
            <a:r>
              <a:t>Built as a working proof of concept with React, NestJS, PostgreSQL, JWT auth, and seeded demo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0568" y="1581912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770"/>
                </a:solidFill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1984248"/>
            <a:ext cx="17922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4C81"/>
                </a:solidFill>
              </a:defRPr>
            </a:pPr>
            <a:r>
              <a:t>237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1732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5168" y="1581912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770"/>
                </a:solidFill>
              </a:defRPr>
            </a:pPr>
            <a:r>
              <a:t>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45168" y="1984248"/>
            <a:ext cx="17922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8449"/>
                </a:solidFill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8803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3044952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770"/>
                </a:solidFill>
              </a:defRPr>
            </a:pPr>
            <a:r>
              <a:t>Enrollments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447288"/>
            <a:ext cx="17922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C7633"/>
                </a:solidFill>
              </a:defRPr>
            </a:pPr>
            <a:r>
              <a:t>957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8803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3044952"/>
            <a:ext cx="17922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6770"/>
                </a:solidFill>
              </a:defRPr>
            </a:pPr>
            <a:r>
              <a:t>Interventions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45168" y="3447288"/>
            <a:ext cx="17922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4C81"/>
                </a:solidFill>
              </a:defRPr>
            </a:pPr>
            <a:r>
              <a:t>467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Business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Manual learning governance makes risk hard to spot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0A1F44"/>
                </a:solidFill>
              </a:defRPr>
            </a:pPr>
            <a:r>
              <a:t>Training completion, attendance, assessments, and competency data often sit in separate workflows.</a:t>
            </a:r>
          </a:p>
          <a:p>
            <a:pPr>
              <a:spcAft>
                <a:spcPts val="900"/>
              </a:spcAft>
              <a:defRPr sz="2200">
                <a:solidFill>
                  <a:srgbClr val="0A1F44"/>
                </a:solidFill>
              </a:defRPr>
            </a:pPr>
            <a:r>
              <a:t>Managers need earlier visibility into at-risk learners before compliance gaps become escalations.</a:t>
            </a:r>
          </a:p>
          <a:p>
            <a:pPr>
              <a:spcAft>
                <a:spcPts val="900"/>
              </a:spcAft>
              <a:defRPr sz="2200">
                <a:solidFill>
                  <a:srgbClr val="0A1F44"/>
                </a:solidFill>
              </a:defRPr>
            </a:pPr>
            <a:r>
              <a:t>Manual reminders and reporting are time-consuming and inconsistent across departments.</a:t>
            </a:r>
          </a:p>
          <a:p>
            <a:pPr>
              <a:spcAft>
                <a:spcPts val="900"/>
              </a:spcAft>
              <a:defRPr sz="2200">
                <a:solidFill>
                  <a:srgbClr val="0A1F44"/>
                </a:solidFill>
              </a:defRPr>
            </a:pPr>
            <a:r>
              <a:t>Executives need a clear, auditable view of compliance health and intervention 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A workflow for detect, act, track, and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423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4C81"/>
                </a:solidFill>
              </a:defRPr>
            </a:pPr>
            <a:r>
              <a:t>1. Ingest</a:t>
            </a:r>
          </a:p>
          <a:p>
            <a:pPr>
              <a:defRPr sz="1300">
                <a:solidFill>
                  <a:srgbClr val="0A1F44"/>
                </a:solidFill>
              </a:defRPr>
            </a:pPr>
            <a:r>
              <a:t>Attendance, assessments, competencies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828800"/>
            <a:ext cx="2423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4C81"/>
                </a:solidFill>
              </a:defRPr>
            </a:pPr>
            <a:r>
              <a:t>2. Evaluate</a:t>
            </a:r>
          </a:p>
          <a:p>
            <a:pPr>
              <a:defRPr sz="1300">
                <a:solidFill>
                  <a:srgbClr val="0A1F44"/>
                </a:solidFill>
              </a:defRPr>
            </a:pPr>
            <a:r>
              <a:t>Configurable risk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28800"/>
            <a:ext cx="2423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4C81"/>
                </a:solidFill>
              </a:defRPr>
            </a:pPr>
            <a:r>
              <a:t>3. Intervene</a:t>
            </a:r>
          </a:p>
          <a:p>
            <a:pPr>
              <a:defRPr sz="1300">
                <a:solidFill>
                  <a:srgbClr val="0A1F44"/>
                </a:solidFill>
              </a:defRPr>
            </a:pPr>
            <a:r>
              <a:t>Reminders, warnings, escalations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1828800"/>
            <a:ext cx="24231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5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4C81"/>
                </a:solidFill>
              </a:defRPr>
            </a:pPr>
            <a:r>
              <a:t>4. Report</a:t>
            </a:r>
          </a:p>
          <a:p>
            <a:pPr>
              <a:defRPr sz="1300">
                <a:solidFill>
                  <a:srgbClr val="0A1F44"/>
                </a:solidFill>
              </a:defRPr>
            </a:pPr>
            <a:r>
              <a:t>Compliance and management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Leadership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A live snapshot of learning progress and compliance health</a:t>
            </a:r>
          </a:p>
        </p:txBody>
      </p:sp>
      <p:pic>
        <p:nvPicPr>
          <p:cNvPr id="5" name="Picture 4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554480"/>
            <a:ext cx="374903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A1F44"/>
                </a:solidFill>
              </a:defRPr>
            </a:pPr>
            <a:r>
              <a:t>Highlights employees, active interventions, and compliance rate.</a:t>
            </a:r>
          </a:p>
          <a:p>
            <a:pPr>
              <a:spcAft>
                <a:spcPts val="900"/>
              </a:spcAft>
              <a:defRPr sz="1700">
                <a:solidFill>
                  <a:srgbClr val="0A1F44"/>
                </a:solidFill>
              </a:defRPr>
            </a:pPr>
            <a:r>
              <a:t>Shows completion trend and recent interventions for quick operational review.</a:t>
            </a:r>
          </a:p>
          <a:p>
            <a:pPr>
              <a:spcAft>
                <a:spcPts val="900"/>
              </a:spcAft>
              <a:defRPr sz="1700">
                <a:solidFill>
                  <a:srgbClr val="0A1F44"/>
                </a:solidFill>
              </a:defRPr>
            </a:pPr>
            <a:r>
              <a:t>Designed for executive and manager visibility without drilling into raw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Risk Rules and Interventions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Proactive identification and response</a:t>
            </a:r>
          </a:p>
        </p:txBody>
      </p:sp>
      <p:pic>
        <p:nvPicPr>
          <p:cNvPr id="5" name="Picture 4" descr="03-risk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303520" cy="4160520"/>
          </a:xfrm>
          <a:prstGeom prst="rect">
            <a:avLst/>
          </a:prstGeom>
        </p:spPr>
      </p:pic>
      <p:pic>
        <p:nvPicPr>
          <p:cNvPr id="6" name="Picture 5" descr="04-interven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0352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417320" y="5532120"/>
            <a:ext cx="2926080" cy="34747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Configurable Risk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5532120"/>
            <a:ext cx="2926080" cy="34747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Tracked Interventions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Compliance and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Management-ready outputs for governance</a:t>
            </a:r>
          </a:p>
        </p:txBody>
      </p:sp>
      <p:pic>
        <p:nvPicPr>
          <p:cNvPr id="5" name="Picture 4" descr="05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303520" cy="4160520"/>
          </a:xfrm>
          <a:prstGeom prst="rect">
            <a:avLst/>
          </a:prstGeom>
        </p:spPr>
      </p:pic>
      <p:pic>
        <p:nvPicPr>
          <p:cNvPr id="6" name="Picture 5" descr="06-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303520" cy="4160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554480" y="5532120"/>
            <a:ext cx="2926080" cy="34747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Compliance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5532120"/>
            <a:ext cx="2926080" cy="347472"/>
          </a:xfrm>
          <a:prstGeom prst="round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Executive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Security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Built on a practical, scalable web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Frontend: React + TypeScript + Vite for responsive user experience.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Backend: NestJS + TypeScript API with modular controllers and services.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Database: PostgreSQL with TypeORM entities and seeded demo data.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Security: JWT authentication, role-aware guards, CORS controls, and audit logging foundation.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Deployment path: move from local POC to managed database, environment hardening, and CI/CD.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F44"/>
                </a:solidFill>
              </a:defRPr>
            </a:pPr>
            <a: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5039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770"/>
                </a:solidFill>
              </a:defRPr>
            </a:pPr>
            <a:r>
              <a:t>Move from proof of concept to pilot-ready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Pilot with a defined employee group and validate real-world learning workflows.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Integrate with HRIS/LMS sources for automated employee, course, and completion data.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Finalize role-based access, audit retention, and reporting approvals.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Add analytics for intervention effectiveness and compliance trend forecasting.</a:t>
            </a:r>
          </a:p>
          <a:p>
            <a:pPr>
              <a:spcAft>
                <a:spcPts val="900"/>
              </a:spcAft>
              <a:defRPr sz="2000">
                <a:solidFill>
                  <a:srgbClr val="0A1F44"/>
                </a:solidFill>
              </a:defRPr>
            </a:pPr>
            <a:r>
              <a:t>Prepare production deployment with backups, monitoring, secrets management, and CI/CD.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B6770"/>
                </a:solidFill>
              </a:defRPr>
            </a:pPr>
            <a:r>
              <a:t>Corporate Learning System | Executive Overview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Corporate Learning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423160"/>
            <a:ext cx="98755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1EEFA"/>
                </a:solidFill>
              </a:defRPr>
            </a:pPr>
            <a:r>
              <a:t>A practical platform for improving learning compliance, reducing operational risk, and enabling timely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Team: Abnish Kumar, Chandrakanta Shahu, Alok Bhagat, Durgesh Patil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